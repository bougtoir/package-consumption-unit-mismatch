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 mod 150 g</c:v>
                </c:pt>
              </c:strCache>
            </c:strRef>
          </c:tx>
          <c:marker>
            <c:symbol val="none"/>
          </c:marker>
          <c:cat>
            <c:strRef>
              <c:f>Sheet1!$A$2:$A$172</c:f>
              <c:strCache>
                <c:ptCount val="171"/>
                <c:pt idx="0">
                  <c:v>1.50</c:v>
                </c:pt>
                <c:pt idx="1">
                  <c:v>1.55</c:v>
                </c:pt>
                <c:pt idx="2">
                  <c:v>1.60</c:v>
                </c:pt>
                <c:pt idx="3">
                  <c:v>1.65</c:v>
                </c:pt>
                <c:pt idx="4">
                  <c:v>1.70</c:v>
                </c:pt>
                <c:pt idx="5">
                  <c:v>1.75</c:v>
                </c:pt>
                <c:pt idx="6">
                  <c:v>1.80</c:v>
                </c:pt>
                <c:pt idx="7">
                  <c:v>1.85</c:v>
                </c:pt>
                <c:pt idx="8">
                  <c:v>1.90</c:v>
                </c:pt>
                <c:pt idx="9">
                  <c:v>1.95</c:v>
                </c:pt>
                <c:pt idx="10">
                  <c:v>2.00</c:v>
                </c:pt>
                <c:pt idx="11">
                  <c:v>2.05</c:v>
                </c:pt>
                <c:pt idx="12">
                  <c:v>2.10</c:v>
                </c:pt>
                <c:pt idx="13">
                  <c:v>2.15</c:v>
                </c:pt>
                <c:pt idx="14">
                  <c:v>2.20</c:v>
                </c:pt>
                <c:pt idx="15">
                  <c:v>2.25</c:v>
                </c:pt>
                <c:pt idx="16">
                  <c:v>2.30</c:v>
                </c:pt>
                <c:pt idx="17">
                  <c:v>2.35</c:v>
                </c:pt>
                <c:pt idx="18">
                  <c:v>2.40</c:v>
                </c:pt>
                <c:pt idx="19">
                  <c:v>2.45</c:v>
                </c:pt>
                <c:pt idx="20">
                  <c:v>2.50</c:v>
                </c:pt>
                <c:pt idx="21">
                  <c:v>2.55</c:v>
                </c:pt>
                <c:pt idx="22">
                  <c:v>2.60</c:v>
                </c:pt>
                <c:pt idx="23">
                  <c:v>2.65</c:v>
                </c:pt>
                <c:pt idx="24">
                  <c:v>2.70</c:v>
                </c:pt>
                <c:pt idx="25">
                  <c:v>2.75</c:v>
                </c:pt>
                <c:pt idx="26">
                  <c:v>2.80</c:v>
                </c:pt>
                <c:pt idx="27">
                  <c:v>2.85</c:v>
                </c:pt>
                <c:pt idx="28">
                  <c:v>2.90</c:v>
                </c:pt>
                <c:pt idx="29">
                  <c:v>2.95</c:v>
                </c:pt>
                <c:pt idx="30">
                  <c:v>3.00</c:v>
                </c:pt>
                <c:pt idx="31">
                  <c:v>3.05</c:v>
                </c:pt>
                <c:pt idx="32">
                  <c:v>3.10</c:v>
                </c:pt>
                <c:pt idx="33">
                  <c:v>3.15</c:v>
                </c:pt>
                <c:pt idx="34">
                  <c:v>3.20</c:v>
                </c:pt>
                <c:pt idx="35">
                  <c:v>3.25</c:v>
                </c:pt>
                <c:pt idx="36">
                  <c:v>3.30</c:v>
                </c:pt>
                <c:pt idx="37">
                  <c:v>3.35</c:v>
                </c:pt>
                <c:pt idx="38">
                  <c:v>3.40</c:v>
                </c:pt>
                <c:pt idx="39">
                  <c:v>3.45</c:v>
                </c:pt>
                <c:pt idx="40">
                  <c:v>3.50</c:v>
                </c:pt>
                <c:pt idx="41">
                  <c:v>3.55</c:v>
                </c:pt>
                <c:pt idx="42">
                  <c:v>3.60</c:v>
                </c:pt>
                <c:pt idx="43">
                  <c:v>3.65</c:v>
                </c:pt>
                <c:pt idx="44">
                  <c:v>3.70</c:v>
                </c:pt>
                <c:pt idx="45">
                  <c:v>3.75</c:v>
                </c:pt>
                <c:pt idx="46">
                  <c:v>3.80</c:v>
                </c:pt>
                <c:pt idx="47">
                  <c:v>3.85</c:v>
                </c:pt>
                <c:pt idx="48">
                  <c:v>3.90</c:v>
                </c:pt>
                <c:pt idx="49">
                  <c:v>3.95</c:v>
                </c:pt>
                <c:pt idx="50">
                  <c:v>4.00</c:v>
                </c:pt>
                <c:pt idx="51">
                  <c:v>4.05</c:v>
                </c:pt>
                <c:pt idx="52">
                  <c:v>4.10</c:v>
                </c:pt>
                <c:pt idx="53">
                  <c:v>4.15</c:v>
                </c:pt>
                <c:pt idx="54">
                  <c:v>4.20</c:v>
                </c:pt>
                <c:pt idx="55">
                  <c:v>4.25</c:v>
                </c:pt>
                <c:pt idx="56">
                  <c:v>4.30</c:v>
                </c:pt>
                <c:pt idx="57">
                  <c:v>4.35</c:v>
                </c:pt>
                <c:pt idx="58">
                  <c:v>4.40</c:v>
                </c:pt>
                <c:pt idx="59">
                  <c:v>4.45</c:v>
                </c:pt>
                <c:pt idx="60">
                  <c:v>4.50</c:v>
                </c:pt>
                <c:pt idx="61">
                  <c:v>4.55</c:v>
                </c:pt>
                <c:pt idx="62">
                  <c:v>4.60</c:v>
                </c:pt>
                <c:pt idx="63">
                  <c:v>4.65</c:v>
                </c:pt>
                <c:pt idx="64">
                  <c:v>4.70</c:v>
                </c:pt>
                <c:pt idx="65">
                  <c:v>4.75</c:v>
                </c:pt>
                <c:pt idx="66">
                  <c:v>4.80</c:v>
                </c:pt>
                <c:pt idx="67">
                  <c:v>4.85</c:v>
                </c:pt>
                <c:pt idx="68">
                  <c:v>4.90</c:v>
                </c:pt>
                <c:pt idx="69">
                  <c:v>4.95</c:v>
                </c:pt>
                <c:pt idx="70">
                  <c:v>5.00</c:v>
                </c:pt>
                <c:pt idx="71">
                  <c:v>5.05</c:v>
                </c:pt>
                <c:pt idx="72">
                  <c:v>5.10</c:v>
                </c:pt>
                <c:pt idx="73">
                  <c:v>5.15</c:v>
                </c:pt>
                <c:pt idx="74">
                  <c:v>5.20</c:v>
                </c:pt>
                <c:pt idx="75">
                  <c:v>5.25</c:v>
                </c:pt>
                <c:pt idx="76">
                  <c:v>5.30</c:v>
                </c:pt>
                <c:pt idx="77">
                  <c:v>5.35</c:v>
                </c:pt>
                <c:pt idx="78">
                  <c:v>5.40</c:v>
                </c:pt>
                <c:pt idx="79">
                  <c:v>5.45</c:v>
                </c:pt>
                <c:pt idx="80">
                  <c:v>5.50</c:v>
                </c:pt>
                <c:pt idx="81">
                  <c:v>5.55</c:v>
                </c:pt>
                <c:pt idx="82">
                  <c:v>5.60</c:v>
                </c:pt>
                <c:pt idx="83">
                  <c:v>5.65</c:v>
                </c:pt>
                <c:pt idx="84">
                  <c:v>5.70</c:v>
                </c:pt>
                <c:pt idx="85">
                  <c:v>5.75</c:v>
                </c:pt>
                <c:pt idx="86">
                  <c:v>5.80</c:v>
                </c:pt>
                <c:pt idx="87">
                  <c:v>5.85</c:v>
                </c:pt>
                <c:pt idx="88">
                  <c:v>5.90</c:v>
                </c:pt>
                <c:pt idx="89">
                  <c:v>5.95</c:v>
                </c:pt>
                <c:pt idx="90">
                  <c:v>6.00</c:v>
                </c:pt>
                <c:pt idx="91">
                  <c:v>6.05</c:v>
                </c:pt>
                <c:pt idx="92">
                  <c:v>6.10</c:v>
                </c:pt>
                <c:pt idx="93">
                  <c:v>6.15</c:v>
                </c:pt>
                <c:pt idx="94">
                  <c:v>6.20</c:v>
                </c:pt>
                <c:pt idx="95">
                  <c:v>6.25</c:v>
                </c:pt>
                <c:pt idx="96">
                  <c:v>6.30</c:v>
                </c:pt>
                <c:pt idx="97">
                  <c:v>6.35</c:v>
                </c:pt>
                <c:pt idx="98">
                  <c:v>6.40</c:v>
                </c:pt>
                <c:pt idx="99">
                  <c:v>6.45</c:v>
                </c:pt>
                <c:pt idx="100">
                  <c:v>6.50</c:v>
                </c:pt>
                <c:pt idx="101">
                  <c:v>6.55</c:v>
                </c:pt>
                <c:pt idx="102">
                  <c:v>6.60</c:v>
                </c:pt>
                <c:pt idx="103">
                  <c:v>6.65</c:v>
                </c:pt>
                <c:pt idx="104">
                  <c:v>6.70</c:v>
                </c:pt>
                <c:pt idx="105">
                  <c:v>6.75</c:v>
                </c:pt>
                <c:pt idx="106">
                  <c:v>6.80</c:v>
                </c:pt>
                <c:pt idx="107">
                  <c:v>6.85</c:v>
                </c:pt>
                <c:pt idx="108">
                  <c:v>6.90</c:v>
                </c:pt>
                <c:pt idx="109">
                  <c:v>6.95</c:v>
                </c:pt>
                <c:pt idx="110">
                  <c:v>7.00</c:v>
                </c:pt>
                <c:pt idx="111">
                  <c:v>7.05</c:v>
                </c:pt>
                <c:pt idx="112">
                  <c:v>7.10</c:v>
                </c:pt>
                <c:pt idx="113">
                  <c:v>7.15</c:v>
                </c:pt>
                <c:pt idx="114">
                  <c:v>7.20</c:v>
                </c:pt>
                <c:pt idx="115">
                  <c:v>7.25</c:v>
                </c:pt>
                <c:pt idx="116">
                  <c:v>7.30</c:v>
                </c:pt>
                <c:pt idx="117">
                  <c:v>7.35</c:v>
                </c:pt>
                <c:pt idx="118">
                  <c:v>7.40</c:v>
                </c:pt>
                <c:pt idx="119">
                  <c:v>7.45</c:v>
                </c:pt>
                <c:pt idx="120">
                  <c:v>7.50</c:v>
                </c:pt>
                <c:pt idx="121">
                  <c:v>7.55</c:v>
                </c:pt>
                <c:pt idx="122">
                  <c:v>7.60</c:v>
                </c:pt>
                <c:pt idx="123">
                  <c:v>7.65</c:v>
                </c:pt>
                <c:pt idx="124">
                  <c:v>7.70</c:v>
                </c:pt>
                <c:pt idx="125">
                  <c:v>7.75</c:v>
                </c:pt>
                <c:pt idx="126">
                  <c:v>7.80</c:v>
                </c:pt>
                <c:pt idx="127">
                  <c:v>7.85</c:v>
                </c:pt>
                <c:pt idx="128">
                  <c:v>7.90</c:v>
                </c:pt>
                <c:pt idx="129">
                  <c:v>7.95</c:v>
                </c:pt>
                <c:pt idx="130">
                  <c:v>8.00</c:v>
                </c:pt>
                <c:pt idx="131">
                  <c:v>8.05</c:v>
                </c:pt>
                <c:pt idx="132">
                  <c:v>8.10</c:v>
                </c:pt>
                <c:pt idx="133">
                  <c:v>8.15</c:v>
                </c:pt>
                <c:pt idx="134">
                  <c:v>8.20</c:v>
                </c:pt>
                <c:pt idx="135">
                  <c:v>8.25</c:v>
                </c:pt>
                <c:pt idx="136">
                  <c:v>8.30</c:v>
                </c:pt>
                <c:pt idx="137">
                  <c:v>8.35</c:v>
                </c:pt>
                <c:pt idx="138">
                  <c:v>8.40</c:v>
                </c:pt>
                <c:pt idx="139">
                  <c:v>8.45</c:v>
                </c:pt>
                <c:pt idx="140">
                  <c:v>8.50</c:v>
                </c:pt>
                <c:pt idx="141">
                  <c:v>8.55</c:v>
                </c:pt>
                <c:pt idx="142">
                  <c:v>8.60</c:v>
                </c:pt>
                <c:pt idx="143">
                  <c:v>8.65</c:v>
                </c:pt>
                <c:pt idx="144">
                  <c:v>8.70</c:v>
                </c:pt>
                <c:pt idx="145">
                  <c:v>8.75</c:v>
                </c:pt>
                <c:pt idx="146">
                  <c:v>8.80</c:v>
                </c:pt>
                <c:pt idx="147">
                  <c:v>8.85</c:v>
                </c:pt>
                <c:pt idx="148">
                  <c:v>8.90</c:v>
                </c:pt>
                <c:pt idx="149">
                  <c:v>8.95</c:v>
                </c:pt>
                <c:pt idx="150">
                  <c:v>9.00</c:v>
                </c:pt>
                <c:pt idx="151">
                  <c:v>9.05</c:v>
                </c:pt>
                <c:pt idx="152">
                  <c:v>9.10</c:v>
                </c:pt>
                <c:pt idx="153">
                  <c:v>9.15</c:v>
                </c:pt>
                <c:pt idx="154">
                  <c:v>9.20</c:v>
                </c:pt>
                <c:pt idx="155">
                  <c:v>9.25</c:v>
                </c:pt>
                <c:pt idx="156">
                  <c:v>9.30</c:v>
                </c:pt>
                <c:pt idx="157">
                  <c:v>9.35</c:v>
                </c:pt>
                <c:pt idx="158">
                  <c:v>9.40</c:v>
                </c:pt>
                <c:pt idx="159">
                  <c:v>9.45</c:v>
                </c:pt>
                <c:pt idx="160">
                  <c:v>9.50</c:v>
                </c:pt>
                <c:pt idx="161">
                  <c:v>9.55</c:v>
                </c:pt>
                <c:pt idx="162">
                  <c:v>9.60</c:v>
                </c:pt>
                <c:pt idx="163">
                  <c:v>9.65</c:v>
                </c:pt>
                <c:pt idx="164">
                  <c:v>9.70</c:v>
                </c:pt>
                <c:pt idx="165">
                  <c:v>9.75</c:v>
                </c:pt>
                <c:pt idx="166">
                  <c:v>9.80</c:v>
                </c:pt>
                <c:pt idx="167">
                  <c:v>9.85</c:v>
                </c:pt>
                <c:pt idx="168">
                  <c:v>9.90</c:v>
                </c:pt>
                <c:pt idx="169">
                  <c:v>9.95</c:v>
                </c:pt>
                <c:pt idx="170">
                  <c:v>10.00</c:v>
                </c:pt>
              </c:strCache>
            </c:strRef>
          </c:cat>
          <c:val>
            <c:numRef>
              <c:f>Sheet1!$B$2:$B$172</c:f>
              <c:numCache>
                <c:formatCode>General</c:formatCode>
                <c:ptCount val="171"/>
                <c:pt idx="0">
                  <c:v>0.0</c:v>
                </c:pt>
                <c:pt idx="1">
                  <c:v>50.0</c:v>
                </c:pt>
                <c:pt idx="2">
                  <c:v>100.0</c:v>
                </c:pt>
                <c:pt idx="3">
                  <c:v>0.0</c:v>
                </c:pt>
                <c:pt idx="4">
                  <c:v>50.0</c:v>
                </c:pt>
                <c:pt idx="5">
                  <c:v>100.0</c:v>
                </c:pt>
                <c:pt idx="6">
                  <c:v>0.0</c:v>
                </c:pt>
                <c:pt idx="7">
                  <c:v>50.0</c:v>
                </c:pt>
                <c:pt idx="8">
                  <c:v>100.0</c:v>
                </c:pt>
                <c:pt idx="9">
                  <c:v>0.0</c:v>
                </c:pt>
                <c:pt idx="10">
                  <c:v>50.0</c:v>
                </c:pt>
                <c:pt idx="11">
                  <c:v>100.0</c:v>
                </c:pt>
                <c:pt idx="12">
                  <c:v>0.0</c:v>
                </c:pt>
                <c:pt idx="13">
                  <c:v>50.0</c:v>
                </c:pt>
                <c:pt idx="14">
                  <c:v>100.0</c:v>
                </c:pt>
                <c:pt idx="15">
                  <c:v>0.0</c:v>
                </c:pt>
                <c:pt idx="16">
                  <c:v>50.0</c:v>
                </c:pt>
                <c:pt idx="17">
                  <c:v>100.0</c:v>
                </c:pt>
                <c:pt idx="18">
                  <c:v>0.0</c:v>
                </c:pt>
                <c:pt idx="19">
                  <c:v>50.0</c:v>
                </c:pt>
                <c:pt idx="20">
                  <c:v>100.0</c:v>
                </c:pt>
                <c:pt idx="21">
                  <c:v>0.0</c:v>
                </c:pt>
                <c:pt idx="22">
                  <c:v>50.0</c:v>
                </c:pt>
                <c:pt idx="23">
                  <c:v>100.00000000000045</c:v>
                </c:pt>
                <c:pt idx="24">
                  <c:v>0.0</c:v>
                </c:pt>
                <c:pt idx="25">
                  <c:v>50.0</c:v>
                </c:pt>
                <c:pt idx="26">
                  <c:v>100.0</c:v>
                </c:pt>
                <c:pt idx="27">
                  <c:v>0.0</c:v>
                </c:pt>
                <c:pt idx="28">
                  <c:v>50.000000000000455</c:v>
                </c:pt>
                <c:pt idx="29">
                  <c:v>100.0</c:v>
                </c:pt>
                <c:pt idx="30">
                  <c:v>0.0</c:v>
                </c:pt>
                <c:pt idx="31">
                  <c:v>50.0</c:v>
                </c:pt>
                <c:pt idx="32">
                  <c:v>100.0</c:v>
                </c:pt>
                <c:pt idx="33">
                  <c:v>4.547473508864641e-13</c:v>
                </c:pt>
                <c:pt idx="34">
                  <c:v>50.0</c:v>
                </c:pt>
                <c:pt idx="35">
                  <c:v>100.0</c:v>
                </c:pt>
                <c:pt idx="36">
                  <c:v>0.0</c:v>
                </c:pt>
                <c:pt idx="37">
                  <c:v>50.0</c:v>
                </c:pt>
                <c:pt idx="38">
                  <c:v>100.00000000000045</c:v>
                </c:pt>
                <c:pt idx="39">
                  <c:v>0.0</c:v>
                </c:pt>
                <c:pt idx="40">
                  <c:v>50.0</c:v>
                </c:pt>
                <c:pt idx="41">
                  <c:v>100.00000000000045</c:v>
                </c:pt>
                <c:pt idx="42">
                  <c:v>0.0</c:v>
                </c:pt>
                <c:pt idx="43">
                  <c:v>50.0</c:v>
                </c:pt>
                <c:pt idx="44">
                  <c:v>100.0</c:v>
                </c:pt>
                <c:pt idx="45">
                  <c:v>0.0</c:v>
                </c:pt>
                <c:pt idx="46">
                  <c:v>50.000000000000455</c:v>
                </c:pt>
                <c:pt idx="47">
                  <c:v>100.0</c:v>
                </c:pt>
                <c:pt idx="48">
                  <c:v>4.547473508864641e-13</c:v>
                </c:pt>
                <c:pt idx="49">
                  <c:v>50.0</c:v>
                </c:pt>
                <c:pt idx="50">
                  <c:v>100.0</c:v>
                </c:pt>
                <c:pt idx="51">
                  <c:v>9.094947017729282e-13</c:v>
                </c:pt>
                <c:pt idx="52">
                  <c:v>50.0</c:v>
                </c:pt>
                <c:pt idx="53">
                  <c:v>100.0</c:v>
                </c:pt>
                <c:pt idx="54">
                  <c:v>0.0</c:v>
                </c:pt>
                <c:pt idx="55">
                  <c:v>50.0</c:v>
                </c:pt>
                <c:pt idx="56">
                  <c:v>100.00000000000091</c:v>
                </c:pt>
                <c:pt idx="57">
                  <c:v>0.0</c:v>
                </c:pt>
                <c:pt idx="58">
                  <c:v>50.0</c:v>
                </c:pt>
                <c:pt idx="59">
                  <c:v>100.0</c:v>
                </c:pt>
                <c:pt idx="60">
                  <c:v>0.0</c:v>
                </c:pt>
                <c:pt idx="61">
                  <c:v>50.00000000000091</c:v>
                </c:pt>
                <c:pt idx="62">
                  <c:v>100.0</c:v>
                </c:pt>
                <c:pt idx="63">
                  <c:v>0.0</c:v>
                </c:pt>
                <c:pt idx="64">
                  <c:v>50.0</c:v>
                </c:pt>
                <c:pt idx="65">
                  <c:v>100.0</c:v>
                </c:pt>
                <c:pt idx="66">
                  <c:v>9.094947017729282e-13</c:v>
                </c:pt>
                <c:pt idx="67">
                  <c:v>50.0</c:v>
                </c:pt>
                <c:pt idx="68">
                  <c:v>100.0</c:v>
                </c:pt>
                <c:pt idx="69">
                  <c:v>0.0</c:v>
                </c:pt>
                <c:pt idx="70">
                  <c:v>50.0</c:v>
                </c:pt>
                <c:pt idx="71">
                  <c:v>100.00000000000091</c:v>
                </c:pt>
                <c:pt idx="72">
                  <c:v>0.0</c:v>
                </c:pt>
                <c:pt idx="73">
                  <c:v>50.0</c:v>
                </c:pt>
                <c:pt idx="74">
                  <c:v>100.0</c:v>
                </c:pt>
                <c:pt idx="75">
                  <c:v>0.0</c:v>
                </c:pt>
                <c:pt idx="76">
                  <c:v>50.00000000000091</c:v>
                </c:pt>
                <c:pt idx="77">
                  <c:v>100.0</c:v>
                </c:pt>
                <c:pt idx="78">
                  <c:v>0.0</c:v>
                </c:pt>
                <c:pt idx="79">
                  <c:v>50.0</c:v>
                </c:pt>
                <c:pt idx="80">
                  <c:v>100.0</c:v>
                </c:pt>
                <c:pt idx="81">
                  <c:v>0.0</c:v>
                </c:pt>
                <c:pt idx="82">
                  <c:v>50.00000000000091</c:v>
                </c:pt>
                <c:pt idx="83">
                  <c:v>100.0</c:v>
                </c:pt>
                <c:pt idx="84">
                  <c:v>0.0</c:v>
                </c:pt>
                <c:pt idx="85">
                  <c:v>50.0</c:v>
                </c:pt>
                <c:pt idx="86">
                  <c:v>100.0</c:v>
                </c:pt>
                <c:pt idx="87">
                  <c:v>9.094947017729282e-13</c:v>
                </c:pt>
                <c:pt idx="88">
                  <c:v>50.0</c:v>
                </c:pt>
                <c:pt idx="89">
                  <c:v>100.0</c:v>
                </c:pt>
                <c:pt idx="90">
                  <c:v>0.0</c:v>
                </c:pt>
                <c:pt idx="91">
                  <c:v>50.0</c:v>
                </c:pt>
                <c:pt idx="92">
                  <c:v>100.00000000000091</c:v>
                </c:pt>
                <c:pt idx="93">
                  <c:v>0.0</c:v>
                </c:pt>
                <c:pt idx="94">
                  <c:v>50.0</c:v>
                </c:pt>
                <c:pt idx="95">
                  <c:v>100.0</c:v>
                </c:pt>
                <c:pt idx="96">
                  <c:v>9.094947017729282e-13</c:v>
                </c:pt>
                <c:pt idx="97">
                  <c:v>50.00000000000091</c:v>
                </c:pt>
                <c:pt idx="98">
                  <c:v>100.0</c:v>
                </c:pt>
                <c:pt idx="99">
                  <c:v>0.0</c:v>
                </c:pt>
                <c:pt idx="100">
                  <c:v>50.0</c:v>
                </c:pt>
                <c:pt idx="101">
                  <c:v>100.00000000000091</c:v>
                </c:pt>
                <c:pt idx="102">
                  <c:v>9.094947017729282e-13</c:v>
                </c:pt>
                <c:pt idx="103">
                  <c:v>50.0</c:v>
                </c:pt>
                <c:pt idx="104">
                  <c:v>100.0</c:v>
                </c:pt>
                <c:pt idx="105">
                  <c:v>0.0</c:v>
                </c:pt>
                <c:pt idx="106">
                  <c:v>50.00000000000091</c:v>
                </c:pt>
                <c:pt idx="107">
                  <c:v>100.00000000000091</c:v>
                </c:pt>
                <c:pt idx="108">
                  <c:v>0.0</c:v>
                </c:pt>
                <c:pt idx="109">
                  <c:v>50.0</c:v>
                </c:pt>
                <c:pt idx="110">
                  <c:v>100.0</c:v>
                </c:pt>
                <c:pt idx="111">
                  <c:v>9.094947017729282e-13</c:v>
                </c:pt>
                <c:pt idx="112">
                  <c:v>50.00000000000091</c:v>
                </c:pt>
                <c:pt idx="113">
                  <c:v>100.0</c:v>
                </c:pt>
                <c:pt idx="114">
                  <c:v>0.0</c:v>
                </c:pt>
                <c:pt idx="115">
                  <c:v>50.0</c:v>
                </c:pt>
                <c:pt idx="116">
                  <c:v>100.00000000000091</c:v>
                </c:pt>
                <c:pt idx="117">
                  <c:v>9.094947017729282e-13</c:v>
                </c:pt>
                <c:pt idx="118">
                  <c:v>50.0</c:v>
                </c:pt>
                <c:pt idx="119">
                  <c:v>100.0</c:v>
                </c:pt>
                <c:pt idx="120">
                  <c:v>0.0</c:v>
                </c:pt>
                <c:pt idx="121">
                  <c:v>50.00000000000091</c:v>
                </c:pt>
                <c:pt idx="122">
                  <c:v>100.00000000000091</c:v>
                </c:pt>
                <c:pt idx="123">
                  <c:v>0.0</c:v>
                </c:pt>
                <c:pt idx="124">
                  <c:v>50.0</c:v>
                </c:pt>
                <c:pt idx="125">
                  <c:v>100.0</c:v>
                </c:pt>
                <c:pt idx="126">
                  <c:v>9.094947017729282e-13</c:v>
                </c:pt>
                <c:pt idx="127">
                  <c:v>50.00000000000091</c:v>
                </c:pt>
                <c:pt idx="128">
                  <c:v>100.0</c:v>
                </c:pt>
                <c:pt idx="129">
                  <c:v>0.0</c:v>
                </c:pt>
                <c:pt idx="130">
                  <c:v>50.0</c:v>
                </c:pt>
                <c:pt idx="131">
                  <c:v>100.00000000000091</c:v>
                </c:pt>
                <c:pt idx="132">
                  <c:v>1.8189894035458565e-12</c:v>
                </c:pt>
                <c:pt idx="133">
                  <c:v>50.0</c:v>
                </c:pt>
                <c:pt idx="134">
                  <c:v>100.0</c:v>
                </c:pt>
                <c:pt idx="135">
                  <c:v>0.0</c:v>
                </c:pt>
                <c:pt idx="136">
                  <c:v>50.0</c:v>
                </c:pt>
                <c:pt idx="137">
                  <c:v>100.00000000000182</c:v>
                </c:pt>
                <c:pt idx="138">
                  <c:v>0.0</c:v>
                </c:pt>
                <c:pt idx="139">
                  <c:v>50.0</c:v>
                </c:pt>
                <c:pt idx="140">
                  <c:v>100.0</c:v>
                </c:pt>
                <c:pt idx="141">
                  <c:v>0.0</c:v>
                </c:pt>
                <c:pt idx="142">
                  <c:v>50.00000000000182</c:v>
                </c:pt>
                <c:pt idx="143">
                  <c:v>100.0</c:v>
                </c:pt>
                <c:pt idx="144">
                  <c:v>0.0</c:v>
                </c:pt>
                <c:pt idx="145">
                  <c:v>50.0</c:v>
                </c:pt>
                <c:pt idx="146">
                  <c:v>100.0</c:v>
                </c:pt>
                <c:pt idx="147">
                  <c:v>1.8189894035458565e-12</c:v>
                </c:pt>
                <c:pt idx="148">
                  <c:v>50.0</c:v>
                </c:pt>
                <c:pt idx="149">
                  <c:v>100.0</c:v>
                </c:pt>
                <c:pt idx="150">
                  <c:v>0.0</c:v>
                </c:pt>
                <c:pt idx="151">
                  <c:v>50.0</c:v>
                </c:pt>
                <c:pt idx="152">
                  <c:v>100.00000000000182</c:v>
                </c:pt>
                <c:pt idx="153">
                  <c:v>0.0</c:v>
                </c:pt>
                <c:pt idx="154">
                  <c:v>50.0</c:v>
                </c:pt>
                <c:pt idx="155">
                  <c:v>100.0</c:v>
                </c:pt>
                <c:pt idx="156">
                  <c:v>0.0</c:v>
                </c:pt>
                <c:pt idx="157">
                  <c:v>50.00000000000182</c:v>
                </c:pt>
                <c:pt idx="158">
                  <c:v>100.0</c:v>
                </c:pt>
                <c:pt idx="159">
                  <c:v>0.0</c:v>
                </c:pt>
                <c:pt idx="160">
                  <c:v>50.0</c:v>
                </c:pt>
                <c:pt idx="161">
                  <c:v>100.0</c:v>
                </c:pt>
                <c:pt idx="162">
                  <c:v>0.0</c:v>
                </c:pt>
                <c:pt idx="163">
                  <c:v>50.0</c:v>
                </c:pt>
                <c:pt idx="164">
                  <c:v>100.00000000000182</c:v>
                </c:pt>
                <c:pt idx="165">
                  <c:v>0.0</c:v>
                </c:pt>
                <c:pt idx="166">
                  <c:v>50.0</c:v>
                </c:pt>
                <c:pt idx="167">
                  <c:v>100.0</c:v>
                </c:pt>
                <c:pt idx="168">
                  <c:v>0.0</c:v>
                </c:pt>
                <c:pt idx="169">
                  <c:v>50.00000000000182</c:v>
                </c:pt>
                <c:pt idx="170">
                  <c:v>100.0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Discard (kg/year)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Discrete + spoilage</c:v>
                </c:pt>
                <c:pt idx="1">
                  <c:v>Lognormal + spoilage</c:v>
                </c:pt>
                <c:pt idx="2">
                  <c:v>Gamma + spoilage</c:v>
                </c:pt>
                <c:pt idx="3">
                  <c:v>Discrete + no spoilage</c:v>
                </c:pt>
                <c:pt idx="4">
                  <c:v>Lognormal + no spoilage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0.7554043665973889</c:v>
                </c:pt>
                <c:pt idx="1">
                  <c:v>0.7548906931640311</c:v>
                </c:pt>
                <c:pt idx="2">
                  <c:v>0.7541079365627882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 cost (JPY/year)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51.1</c:v>
                </c:pt>
                <c:pt idx="1">
                  <c:v>61.3</c:v>
                </c:pt>
                <c:pt idx="2">
                  <c:v>71.6</c:v>
                </c:pt>
                <c:pt idx="3">
                  <c:v>81.8</c:v>
                </c:pt>
                <c:pt idx="4">
                  <c:v>92.0</c:v>
                </c:pt>
                <c:pt idx="5">
                  <c:v>102.2</c:v>
                </c:pt>
                <c:pt idx="6">
                  <c:v>112.4</c:v>
                </c:pt>
                <c:pt idx="7">
                  <c:v>122.7</c:v>
                </c:pt>
                <c:pt idx="8">
                  <c:v>132.9</c:v>
                </c:pt>
                <c:pt idx="9">
                  <c:v>143.1</c:v>
                </c:pt>
                <c:pt idx="10">
                  <c:v>153.3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43974.85000752012</c:v>
                </c:pt>
                <c:pt idx="1">
                  <c:v>52420.98255090343</c:v>
                </c:pt>
                <c:pt idx="2">
                  <c:v>60726.63060298918</c:v>
                </c:pt>
                <c:pt idx="3">
                  <c:v>69260.87991710135</c:v>
                </c:pt>
                <c:pt idx="4">
                  <c:v>77666.50548128012</c:v>
                </c:pt>
                <c:pt idx="5">
                  <c:v>86161.42901097813</c:v>
                </c:pt>
                <c:pt idx="6">
                  <c:v>94624.5826675215</c:v>
                </c:pt>
                <c:pt idx="7">
                  <c:v>103062.39452759878</c:v>
                </c:pt>
                <c:pt idx="8">
                  <c:v>111437.77589858988</c:v>
                </c:pt>
                <c:pt idx="9">
                  <c:v>120087.14986983748</c:v>
                </c:pt>
                <c:pt idx="10">
                  <c:v>128618.86067456796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2|5|10 regret (JPY/year)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51.1</c:v>
                </c:pt>
                <c:pt idx="1">
                  <c:v>61.3</c:v>
                </c:pt>
                <c:pt idx="2">
                  <c:v>71.6</c:v>
                </c:pt>
                <c:pt idx="3">
                  <c:v>81.8</c:v>
                </c:pt>
                <c:pt idx="4">
                  <c:v>92.0</c:v>
                </c:pt>
                <c:pt idx="5">
                  <c:v>102.2</c:v>
                </c:pt>
                <c:pt idx="6">
                  <c:v>112.4</c:v>
                </c:pt>
                <c:pt idx="7">
                  <c:v>122.7</c:v>
                </c:pt>
                <c:pt idx="8">
                  <c:v>132.9</c:v>
                </c:pt>
                <c:pt idx="9">
                  <c:v>143.1</c:v>
                </c:pt>
                <c:pt idx="10">
                  <c:v>153.3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114.1893927447818</c:v>
                </c:pt>
                <c:pt idx="1">
                  <c:v>173.15036646475346</c:v>
                </c:pt>
                <c:pt idx="2">
                  <c:v>180.0</c:v>
                </c:pt>
                <c:pt idx="3">
                  <c:v>180.0</c:v>
                </c:pt>
                <c:pt idx="4">
                  <c:v>180.0</c:v>
                </c:pt>
                <c:pt idx="5">
                  <c:v>180.0</c:v>
                </c:pt>
                <c:pt idx="6">
                  <c:v>180.0</c:v>
                </c:pt>
                <c:pt idx="7">
                  <c:v>180.0</c:v>
                </c:pt>
                <c:pt idx="8">
                  <c:v>180.0</c:v>
                </c:pt>
                <c:pt idx="9">
                  <c:v>180.0</c:v>
                </c:pt>
                <c:pt idx="10">
                  <c:v>180.0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 cost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Sheet1!$A$2:$A$176</c:f>
              <c:numCache>
                <c:formatCode>General</c:formatCode>
                <c:ptCount val="175"/>
                <c:pt idx="0">
                  <c:v>0.5366372582483311</c:v>
                </c:pt>
                <c:pt idx="1">
                  <c:v>0.5126918547056435</c:v>
                </c:pt>
                <c:pt idx="2">
                  <c:v>0.7013790504620875</c:v>
                </c:pt>
                <c:pt idx="3">
                  <c:v>0.738377424004207</c:v>
                </c:pt>
                <c:pt idx="4">
                  <c:v>0.9090553621100282</c:v>
                </c:pt>
                <c:pt idx="5">
                  <c:v>1.0261761227456516</c:v>
                </c:pt>
                <c:pt idx="6">
                  <c:v>1.0638836701742425</c:v>
                </c:pt>
                <c:pt idx="7">
                  <c:v>1.1060243203947575</c:v>
                </c:pt>
                <c:pt idx="8">
                  <c:v>1.137124490139097</c:v>
                </c:pt>
                <c:pt idx="9">
                  <c:v>1.2086627144676936</c:v>
                </c:pt>
                <c:pt idx="10">
                  <c:v>0.5404661966433969</c:v>
                </c:pt>
                <c:pt idx="11">
                  <c:v>0.5461434456764062</c:v>
                </c:pt>
                <c:pt idx="12">
                  <c:v>0.5602975415126986</c:v>
                </c:pt>
                <c:pt idx="13">
                  <c:v>0.5659747905457079</c:v>
                </c:pt>
                <c:pt idx="14">
                  <c:v>0.5344053017607644</c:v>
                </c:pt>
                <c:pt idx="15">
                  <c:v>0.5562182788430463</c:v>
                </c:pt>
                <c:pt idx="16">
                  <c:v>0.5413225996138219</c:v>
                </c:pt>
                <c:pt idx="17">
                  <c:v>0.5191025726310353</c:v>
                </c:pt>
                <c:pt idx="18">
                  <c:v>0.5631355766961039</c:v>
                </c:pt>
                <c:pt idx="19">
                  <c:v>0.5436315473535932</c:v>
                </c:pt>
                <c:pt idx="20">
                  <c:v>0.5654445244358752</c:v>
                </c:pt>
                <c:pt idx="21">
                  <c:v>0.5461444927486122</c:v>
                </c:pt>
                <c:pt idx="22">
                  <c:v>0.5480383527888558</c:v>
                </c:pt>
                <c:pt idx="23">
                  <c:v>0.567957469830894</c:v>
                </c:pt>
                <c:pt idx="24">
                  <c:v>0.5698513298711378</c:v>
                </c:pt>
                <c:pt idx="25">
                  <c:v>0.5522670122232505</c:v>
                </c:pt>
                <c:pt idx="26">
                  <c:v>0.5366372582483311</c:v>
                </c:pt>
                <c:pt idx="27">
                  <c:v>0.7033003207657932</c:v>
                </c:pt>
                <c:pt idx="28">
                  <c:v>0.7013790504620875</c:v>
                </c:pt>
                <c:pt idx="29">
                  <c:v>0.7013790504620875</c:v>
                </c:pt>
                <c:pt idx="30">
                  <c:v>0.7013790504620875</c:v>
                </c:pt>
                <c:pt idx="31">
                  <c:v>0.7013790504620875</c:v>
                </c:pt>
                <c:pt idx="32">
                  <c:v>0.7013790504620875</c:v>
                </c:pt>
                <c:pt idx="33">
                  <c:v>0.7013790504620875</c:v>
                </c:pt>
                <c:pt idx="34">
                  <c:v>0.738377424004207</c:v>
                </c:pt>
                <c:pt idx="35">
                  <c:v>0.738377424004207</c:v>
                </c:pt>
                <c:pt idx="36">
                  <c:v>0.738377424004207</c:v>
                </c:pt>
                <c:pt idx="37">
                  <c:v>0.738377424004207</c:v>
                </c:pt>
                <c:pt idx="38">
                  <c:v>0.738377424004207</c:v>
                </c:pt>
                <c:pt idx="39">
                  <c:v>0.738377424004207</c:v>
                </c:pt>
                <c:pt idx="40">
                  <c:v>0.9090553621100282</c:v>
                </c:pt>
                <c:pt idx="41">
                  <c:v>0.9090553621100282</c:v>
                </c:pt>
                <c:pt idx="42">
                  <c:v>0.9090553621100282</c:v>
                </c:pt>
                <c:pt idx="43">
                  <c:v>0.9090553621100282</c:v>
                </c:pt>
                <c:pt idx="44">
                  <c:v>0.9090553621100282</c:v>
                </c:pt>
                <c:pt idx="45">
                  <c:v>1.0261761227456516</c:v>
                </c:pt>
                <c:pt idx="46">
                  <c:v>1.0261761227456516</c:v>
                </c:pt>
                <c:pt idx="47">
                  <c:v>1.0261761227456516</c:v>
                </c:pt>
                <c:pt idx="48">
                  <c:v>1.0261761227456516</c:v>
                </c:pt>
                <c:pt idx="49">
                  <c:v>1.0638836701742425</c:v>
                </c:pt>
                <c:pt idx="50">
                  <c:v>1.0638836701742425</c:v>
                </c:pt>
                <c:pt idx="51">
                  <c:v>1.0638836701742425</c:v>
                </c:pt>
                <c:pt idx="52">
                  <c:v>1.1060243203947575</c:v>
                </c:pt>
                <c:pt idx="53">
                  <c:v>1.1060243203947575</c:v>
                </c:pt>
                <c:pt idx="54">
                  <c:v>1.137124490139097</c:v>
                </c:pt>
                <c:pt idx="55">
                  <c:v>0.5427628558954029</c:v>
                </c:pt>
                <c:pt idx="56">
                  <c:v>0.5484401049284121</c:v>
                </c:pt>
                <c:pt idx="57">
                  <c:v>0.5423874669471025</c:v>
                </c:pt>
                <c:pt idx="58">
                  <c:v>0.5404661966433969</c:v>
                </c:pt>
                <c:pt idx="59">
                  <c:v>0.5404661966433969</c:v>
                </c:pt>
                <c:pt idx="60">
                  <c:v>0.5404661966433969</c:v>
                </c:pt>
                <c:pt idx="61">
                  <c:v>0.5404661966433969</c:v>
                </c:pt>
                <c:pt idx="62">
                  <c:v>0.5404661966433969</c:v>
                </c:pt>
                <c:pt idx="63">
                  <c:v>0.5404661966433969</c:v>
                </c:pt>
                <c:pt idx="64">
                  <c:v>0.5461434456764062</c:v>
                </c:pt>
                <c:pt idx="65">
                  <c:v>0.5461434456764062</c:v>
                </c:pt>
                <c:pt idx="66">
                  <c:v>0.5461434456764062</c:v>
                </c:pt>
                <c:pt idx="67">
                  <c:v>0.5461434456764062</c:v>
                </c:pt>
                <c:pt idx="68">
                  <c:v>0.5461434456764062</c:v>
                </c:pt>
                <c:pt idx="69">
                  <c:v>0.5461434456764062</c:v>
                </c:pt>
                <c:pt idx="70">
                  <c:v>0.5622188118164042</c:v>
                </c:pt>
                <c:pt idx="71">
                  <c:v>0.5602975415126986</c:v>
                </c:pt>
                <c:pt idx="72">
                  <c:v>0.5602975415126986</c:v>
                </c:pt>
                <c:pt idx="73">
                  <c:v>0.5602975415126986</c:v>
                </c:pt>
                <c:pt idx="74">
                  <c:v>0.5602975415126986</c:v>
                </c:pt>
                <c:pt idx="75">
                  <c:v>0.5602975415126986</c:v>
                </c:pt>
                <c:pt idx="76">
                  <c:v>0.5602975415126986</c:v>
                </c:pt>
                <c:pt idx="77">
                  <c:v>0.5386835932257505</c:v>
                </c:pt>
                <c:pt idx="78">
                  <c:v>0.5659747905457079</c:v>
                </c:pt>
                <c:pt idx="79">
                  <c:v>0.5659747905457079</c:v>
                </c:pt>
                <c:pt idx="80">
                  <c:v>0.5659747905457079</c:v>
                </c:pt>
                <c:pt idx="81">
                  <c:v>0.5659747905457079</c:v>
                </c:pt>
                <c:pt idx="82">
                  <c:v>0.5659747905457079</c:v>
                </c:pt>
                <c:pt idx="83">
                  <c:v>0.5659747905457079</c:v>
                </c:pt>
                <c:pt idx="84">
                  <c:v>0.5456008910788082</c:v>
                </c:pt>
                <c:pt idx="85">
                  <c:v>0.5479098388185795</c:v>
                </c:pt>
                <c:pt idx="86">
                  <c:v>0.5344053017607644</c:v>
                </c:pt>
                <c:pt idx="87">
                  <c:v>0.5344053017607644</c:v>
                </c:pt>
                <c:pt idx="88">
                  <c:v>0.5344053017607644</c:v>
                </c:pt>
                <c:pt idx="89">
                  <c:v>0.5344053017607644</c:v>
                </c:pt>
                <c:pt idx="90">
                  <c:v>0.5344053017607644</c:v>
                </c:pt>
                <c:pt idx="91">
                  <c:v>0.5562182788430463</c:v>
                </c:pt>
                <c:pt idx="92">
                  <c:v>0.5562182788430463</c:v>
                </c:pt>
                <c:pt idx="93">
                  <c:v>0.5562182788430463</c:v>
                </c:pt>
                <c:pt idx="94">
                  <c:v>0.5562182788430463</c:v>
                </c:pt>
                <c:pt idx="95">
                  <c:v>0.5562182788430463</c:v>
                </c:pt>
                <c:pt idx="96">
                  <c:v>0.5504227842135984</c:v>
                </c:pt>
                <c:pt idx="97">
                  <c:v>0.5523166442538421</c:v>
                </c:pt>
                <c:pt idx="98">
                  <c:v>0.5413225996138219</c:v>
                </c:pt>
                <c:pt idx="99">
                  <c:v>0.5413225996138219</c:v>
                </c:pt>
                <c:pt idx="100">
                  <c:v>0.5413225996138219</c:v>
                </c:pt>
                <c:pt idx="101">
                  <c:v>0.5413225996138219</c:v>
                </c:pt>
                <c:pt idx="102">
                  <c:v>0.5191025726310353</c:v>
                </c:pt>
                <c:pt idx="103">
                  <c:v>0.5631355766961039</c:v>
                </c:pt>
                <c:pt idx="104">
                  <c:v>0.5631355766961039</c:v>
                </c:pt>
                <c:pt idx="105">
                  <c:v>0.5631355766961039</c:v>
                </c:pt>
                <c:pt idx="106">
                  <c:v>0.5631355766961039</c:v>
                </c:pt>
                <c:pt idx="107">
                  <c:v>0.5436315473535932</c:v>
                </c:pt>
                <c:pt idx="108">
                  <c:v>0.5436315473535932</c:v>
                </c:pt>
                <c:pt idx="109">
                  <c:v>0.5436315473535932</c:v>
                </c:pt>
                <c:pt idx="110">
                  <c:v>0.5654445244358752</c:v>
                </c:pt>
                <c:pt idx="111">
                  <c:v>0.5654445244358752</c:v>
                </c:pt>
                <c:pt idx="112">
                  <c:v>0.5654445244358752</c:v>
                </c:pt>
                <c:pt idx="113">
                  <c:v>0.5461444927486122</c:v>
                </c:pt>
                <c:pt idx="114">
                  <c:v>0.5461444927486122</c:v>
                </c:pt>
                <c:pt idx="115">
                  <c:v>0.5480383527888558</c:v>
                </c:pt>
                <c:pt idx="116">
                  <c:v>0.567957469830894</c:v>
                </c:pt>
                <c:pt idx="117">
                  <c:v>0.567957469830894</c:v>
                </c:pt>
                <c:pt idx="118">
                  <c:v>0.5698513298711378</c:v>
                </c:pt>
                <c:pt idx="119">
                  <c:v>0.7033003207657932</c:v>
                </c:pt>
                <c:pt idx="120">
                  <c:v>0.7033003207657932</c:v>
                </c:pt>
                <c:pt idx="121">
                  <c:v>0.7033003207657932</c:v>
                </c:pt>
                <c:pt idx="122">
                  <c:v>0.7033003207657932</c:v>
                </c:pt>
                <c:pt idx="123">
                  <c:v>0.7033003207657932</c:v>
                </c:pt>
                <c:pt idx="124">
                  <c:v>0.7033003207657932</c:v>
                </c:pt>
                <c:pt idx="125">
                  <c:v>0.7013790504620875</c:v>
                </c:pt>
                <c:pt idx="126">
                  <c:v>0.7013790504620875</c:v>
                </c:pt>
                <c:pt idx="127">
                  <c:v>0.7013790504620875</c:v>
                </c:pt>
                <c:pt idx="128">
                  <c:v>0.7013790504620875</c:v>
                </c:pt>
                <c:pt idx="129">
                  <c:v>0.7013790504620875</c:v>
                </c:pt>
                <c:pt idx="130">
                  <c:v>0.7013790504620875</c:v>
                </c:pt>
                <c:pt idx="131">
                  <c:v>0.7013790504620875</c:v>
                </c:pt>
                <c:pt idx="132">
                  <c:v>0.7013790504620875</c:v>
                </c:pt>
                <c:pt idx="133">
                  <c:v>0.7013790504620875</c:v>
                </c:pt>
                <c:pt idx="134">
                  <c:v>0.7013790504620875</c:v>
                </c:pt>
                <c:pt idx="135">
                  <c:v>0.7013790504620875</c:v>
                </c:pt>
                <c:pt idx="136">
                  <c:v>0.7013790504620875</c:v>
                </c:pt>
                <c:pt idx="137">
                  <c:v>0.7013790504620875</c:v>
                </c:pt>
                <c:pt idx="138">
                  <c:v>0.7013790504620875</c:v>
                </c:pt>
                <c:pt idx="139">
                  <c:v>0.7013790504620875</c:v>
                </c:pt>
                <c:pt idx="140">
                  <c:v>0.738377424004207</c:v>
                </c:pt>
                <c:pt idx="141">
                  <c:v>0.738377424004207</c:v>
                </c:pt>
                <c:pt idx="142">
                  <c:v>0.738377424004207</c:v>
                </c:pt>
                <c:pt idx="143">
                  <c:v>0.738377424004207</c:v>
                </c:pt>
                <c:pt idx="144">
                  <c:v>0.738377424004207</c:v>
                </c:pt>
                <c:pt idx="145">
                  <c:v>0.738377424004207</c:v>
                </c:pt>
                <c:pt idx="146">
                  <c:v>0.738377424004207</c:v>
                </c:pt>
                <c:pt idx="147">
                  <c:v>0.738377424004207</c:v>
                </c:pt>
                <c:pt idx="148">
                  <c:v>0.738377424004207</c:v>
                </c:pt>
                <c:pt idx="149">
                  <c:v>0.738377424004207</c:v>
                </c:pt>
                <c:pt idx="150">
                  <c:v>0.738377424004207</c:v>
                </c:pt>
                <c:pt idx="151">
                  <c:v>0.738377424004207</c:v>
                </c:pt>
                <c:pt idx="152">
                  <c:v>0.738377424004207</c:v>
                </c:pt>
                <c:pt idx="153">
                  <c:v>0.738377424004207</c:v>
                </c:pt>
                <c:pt idx="154">
                  <c:v>0.738377424004207</c:v>
                </c:pt>
                <c:pt idx="155">
                  <c:v>0.9090553621100282</c:v>
                </c:pt>
                <c:pt idx="156">
                  <c:v>0.9090553621100282</c:v>
                </c:pt>
                <c:pt idx="157">
                  <c:v>0.9090553621100282</c:v>
                </c:pt>
                <c:pt idx="158">
                  <c:v>0.9090553621100282</c:v>
                </c:pt>
                <c:pt idx="159">
                  <c:v>0.9090553621100282</c:v>
                </c:pt>
                <c:pt idx="160">
                  <c:v>0.9090553621100282</c:v>
                </c:pt>
                <c:pt idx="161">
                  <c:v>0.9090553621100282</c:v>
                </c:pt>
                <c:pt idx="162">
                  <c:v>0.9090553621100282</c:v>
                </c:pt>
                <c:pt idx="163">
                  <c:v>0.9090553621100282</c:v>
                </c:pt>
                <c:pt idx="164">
                  <c:v>0.9090553621100282</c:v>
                </c:pt>
                <c:pt idx="165">
                  <c:v>1.0261761227456516</c:v>
                </c:pt>
                <c:pt idx="166">
                  <c:v>1.0261761227456516</c:v>
                </c:pt>
                <c:pt idx="167">
                  <c:v>1.0261761227456516</c:v>
                </c:pt>
                <c:pt idx="168">
                  <c:v>1.0261761227456516</c:v>
                </c:pt>
                <c:pt idx="169">
                  <c:v>1.0261761227456516</c:v>
                </c:pt>
                <c:pt idx="170">
                  <c:v>1.0261761227456516</c:v>
                </c:pt>
                <c:pt idx="171">
                  <c:v>1.0638836701742425</c:v>
                </c:pt>
                <c:pt idx="172">
                  <c:v>1.0638836701742425</c:v>
                </c:pt>
                <c:pt idx="173">
                  <c:v>1.0638836701742425</c:v>
                </c:pt>
                <c:pt idx="174">
                  <c:v>1.1060243203947575</c:v>
                </c:pt>
              </c:numCache>
            </c:numRef>
          </c:xVal>
          <c:yVal>
            <c:numRef>
              <c:f>Sheet1!$B$2:$B$176</c:f>
              <c:numCache>
                <c:formatCode>General</c:formatCode>
                <c:ptCount val="175"/>
                <c:pt idx="0">
                  <c:v>86272.47454554224</c:v>
                </c:pt>
                <c:pt idx="1">
                  <c:v>86338.37972451415</c:v>
                </c:pt>
                <c:pt idx="2">
                  <c:v>87691.07740666858</c:v>
                </c:pt>
                <c:pt idx="3">
                  <c:v>88140.16744215565</c:v>
                </c:pt>
                <c:pt idx="4">
                  <c:v>90341.16756186169</c:v>
                </c:pt>
                <c:pt idx="5">
                  <c:v>91875.4610524804</c:v>
                </c:pt>
                <c:pt idx="6">
                  <c:v>92369.47053201894</c:v>
                </c:pt>
                <c:pt idx="7">
                  <c:v>92921.66326993036</c:v>
                </c:pt>
                <c:pt idx="8">
                  <c:v>93340.92763110336</c:v>
                </c:pt>
                <c:pt idx="9">
                  <c:v>94262.043573088</c:v>
                </c:pt>
                <c:pt idx="10">
                  <c:v>85981.59180018431</c:v>
                </c:pt>
                <c:pt idx="11">
                  <c:v>86006.81001613551</c:v>
                </c:pt>
                <c:pt idx="12">
                  <c:v>86088.09642280379</c:v>
                </c:pt>
                <c:pt idx="13">
                  <c:v>86113.31463875502</c:v>
                </c:pt>
                <c:pt idx="14">
                  <c:v>86215.22271075193</c:v>
                </c:pt>
                <c:pt idx="15">
                  <c:v>86241.14357952191</c:v>
                </c:pt>
                <c:pt idx="16">
                  <c:v>86299.32963683794</c:v>
                </c:pt>
                <c:pt idx="17">
                  <c:v>86309.20720863971</c:v>
                </c:pt>
                <c:pt idx="18">
                  <c:v>86325.2505056079</c:v>
                </c:pt>
                <c:pt idx="19">
                  <c:v>86328.76248655978</c:v>
                </c:pt>
                <c:pt idx="20">
                  <c:v>86354.68335532973</c:v>
                </c:pt>
                <c:pt idx="21">
                  <c:v>86361.02955550238</c:v>
                </c:pt>
                <c:pt idx="22">
                  <c:v>86383.84399618683</c:v>
                </c:pt>
                <c:pt idx="23">
                  <c:v>86386.95042427236</c:v>
                </c:pt>
                <c:pt idx="24">
                  <c:v>86409.76486495679</c:v>
                </c:pt>
                <c:pt idx="25">
                  <c:v>86437.85607867865</c:v>
                </c:pt>
                <c:pt idx="26">
                  <c:v>86452.47454554224</c:v>
                </c:pt>
                <c:pt idx="27">
                  <c:v>87861.02603143877</c:v>
                </c:pt>
                <c:pt idx="28">
                  <c:v>87871.07740666858</c:v>
                </c:pt>
                <c:pt idx="29">
                  <c:v>87871.07740666858</c:v>
                </c:pt>
                <c:pt idx="30">
                  <c:v>87871.07740666858</c:v>
                </c:pt>
                <c:pt idx="31">
                  <c:v>87871.07740666858</c:v>
                </c:pt>
                <c:pt idx="32">
                  <c:v>87871.07740666858</c:v>
                </c:pt>
                <c:pt idx="33">
                  <c:v>87871.07740666858</c:v>
                </c:pt>
                <c:pt idx="34">
                  <c:v>88320.16744215565</c:v>
                </c:pt>
                <c:pt idx="35">
                  <c:v>88320.16744215565</c:v>
                </c:pt>
                <c:pt idx="36">
                  <c:v>88320.16744215565</c:v>
                </c:pt>
                <c:pt idx="37">
                  <c:v>88320.16744215565</c:v>
                </c:pt>
                <c:pt idx="38">
                  <c:v>88320.16744215565</c:v>
                </c:pt>
                <c:pt idx="39">
                  <c:v>88320.16744215565</c:v>
                </c:pt>
                <c:pt idx="40">
                  <c:v>90521.16756186169</c:v>
                </c:pt>
                <c:pt idx="41">
                  <c:v>90521.16756186169</c:v>
                </c:pt>
                <c:pt idx="42">
                  <c:v>90521.16756186169</c:v>
                </c:pt>
                <c:pt idx="43">
                  <c:v>90521.16756186169</c:v>
                </c:pt>
                <c:pt idx="44">
                  <c:v>90521.16756186169</c:v>
                </c:pt>
                <c:pt idx="45">
                  <c:v>92055.4610524804</c:v>
                </c:pt>
                <c:pt idx="46">
                  <c:v>92055.4610524804</c:v>
                </c:pt>
                <c:pt idx="47">
                  <c:v>92055.4610524804</c:v>
                </c:pt>
                <c:pt idx="48">
                  <c:v>92055.4610524804</c:v>
                </c:pt>
                <c:pt idx="49">
                  <c:v>92549.47053201894</c:v>
                </c:pt>
                <c:pt idx="50">
                  <c:v>92549.47053201894</c:v>
                </c:pt>
                <c:pt idx="51">
                  <c:v>92549.47053201894</c:v>
                </c:pt>
                <c:pt idx="52">
                  <c:v>93101.66326993036</c:v>
                </c:pt>
                <c:pt idx="53">
                  <c:v>93101.66326993036</c:v>
                </c:pt>
                <c:pt idx="54">
                  <c:v>93520.92763110336</c:v>
                </c:pt>
                <c:pt idx="55">
                  <c:v>86124.82908590129</c:v>
                </c:pt>
                <c:pt idx="56">
                  <c:v>86150.0473018525</c:v>
                </c:pt>
                <c:pt idx="57">
                  <c:v>86151.5404249545</c:v>
                </c:pt>
                <c:pt idx="58">
                  <c:v>86161.59180018431</c:v>
                </c:pt>
                <c:pt idx="59">
                  <c:v>86161.59180018431</c:v>
                </c:pt>
                <c:pt idx="60">
                  <c:v>86161.59180018431</c:v>
                </c:pt>
                <c:pt idx="61">
                  <c:v>86161.59180018431</c:v>
                </c:pt>
                <c:pt idx="62">
                  <c:v>86161.59180018431</c:v>
                </c:pt>
                <c:pt idx="63">
                  <c:v>86161.59180018431</c:v>
                </c:pt>
                <c:pt idx="64">
                  <c:v>86186.81001613551</c:v>
                </c:pt>
                <c:pt idx="65">
                  <c:v>86186.81001613551</c:v>
                </c:pt>
                <c:pt idx="66">
                  <c:v>86186.81001613551</c:v>
                </c:pt>
                <c:pt idx="67">
                  <c:v>86186.81001613551</c:v>
                </c:pt>
                <c:pt idx="68">
                  <c:v>86186.81001613551</c:v>
                </c:pt>
                <c:pt idx="69">
                  <c:v>86186.81001613551</c:v>
                </c:pt>
                <c:pt idx="70">
                  <c:v>86258.04504757398</c:v>
                </c:pt>
                <c:pt idx="71">
                  <c:v>86268.09642280379</c:v>
                </c:pt>
                <c:pt idx="72">
                  <c:v>86268.09642280379</c:v>
                </c:pt>
                <c:pt idx="73">
                  <c:v>86268.09642280379</c:v>
                </c:pt>
                <c:pt idx="74">
                  <c:v>86268.09642280379</c:v>
                </c:pt>
                <c:pt idx="75">
                  <c:v>86268.09642280379</c:v>
                </c:pt>
                <c:pt idx="76">
                  <c:v>86268.09642280379</c:v>
                </c:pt>
                <c:pt idx="77">
                  <c:v>86277.87624261939</c:v>
                </c:pt>
                <c:pt idx="78">
                  <c:v>86293.31463875502</c:v>
                </c:pt>
                <c:pt idx="79">
                  <c:v>86293.31463875502</c:v>
                </c:pt>
                <c:pt idx="80">
                  <c:v>86293.31463875502</c:v>
                </c:pt>
                <c:pt idx="81">
                  <c:v>86293.31463875502</c:v>
                </c:pt>
                <c:pt idx="82">
                  <c:v>86293.31463875502</c:v>
                </c:pt>
                <c:pt idx="83">
                  <c:v>86293.31463875502</c:v>
                </c:pt>
                <c:pt idx="84">
                  <c:v>86361.9831687054</c:v>
                </c:pt>
                <c:pt idx="85">
                  <c:v>86391.41601842723</c:v>
                </c:pt>
                <c:pt idx="86">
                  <c:v>86395.22271075193</c:v>
                </c:pt>
                <c:pt idx="87">
                  <c:v>86395.22271075193</c:v>
                </c:pt>
                <c:pt idx="88">
                  <c:v>86395.22271075193</c:v>
                </c:pt>
                <c:pt idx="89">
                  <c:v>86395.22271075193</c:v>
                </c:pt>
                <c:pt idx="90">
                  <c:v>86395.22271075193</c:v>
                </c:pt>
                <c:pt idx="91">
                  <c:v>86421.14357952191</c:v>
                </c:pt>
                <c:pt idx="92">
                  <c:v>86421.14357952191</c:v>
                </c:pt>
                <c:pt idx="93">
                  <c:v>86421.14357952191</c:v>
                </c:pt>
                <c:pt idx="94">
                  <c:v>86421.14357952191</c:v>
                </c:pt>
                <c:pt idx="95">
                  <c:v>86421.14357952191</c:v>
                </c:pt>
                <c:pt idx="96">
                  <c:v>86423.68308736983</c:v>
                </c:pt>
                <c:pt idx="97">
                  <c:v>86446.49752805429</c:v>
                </c:pt>
                <c:pt idx="98">
                  <c:v>86479.32963683794</c:v>
                </c:pt>
                <c:pt idx="99">
                  <c:v>86479.32963683794</c:v>
                </c:pt>
                <c:pt idx="100">
                  <c:v>86479.32963683794</c:v>
                </c:pt>
                <c:pt idx="101">
                  <c:v>86479.32963683794</c:v>
                </c:pt>
                <c:pt idx="102">
                  <c:v>86489.20720863971</c:v>
                </c:pt>
                <c:pt idx="103">
                  <c:v>86505.2505056079</c:v>
                </c:pt>
                <c:pt idx="104">
                  <c:v>86505.2505056079</c:v>
                </c:pt>
                <c:pt idx="105">
                  <c:v>86505.2505056079</c:v>
                </c:pt>
                <c:pt idx="106">
                  <c:v>86505.2505056079</c:v>
                </c:pt>
                <c:pt idx="107">
                  <c:v>86508.76248655978</c:v>
                </c:pt>
                <c:pt idx="108">
                  <c:v>86508.76248655978</c:v>
                </c:pt>
                <c:pt idx="109">
                  <c:v>86508.76248655978</c:v>
                </c:pt>
                <c:pt idx="110">
                  <c:v>86534.68335532973</c:v>
                </c:pt>
                <c:pt idx="111">
                  <c:v>86534.68335532973</c:v>
                </c:pt>
                <c:pt idx="112">
                  <c:v>86534.68335532973</c:v>
                </c:pt>
                <c:pt idx="113">
                  <c:v>86541.02955550238</c:v>
                </c:pt>
                <c:pt idx="114">
                  <c:v>86541.02955550238</c:v>
                </c:pt>
                <c:pt idx="115">
                  <c:v>86563.84399618683</c:v>
                </c:pt>
                <c:pt idx="116">
                  <c:v>86566.95042427236</c:v>
                </c:pt>
                <c:pt idx="117">
                  <c:v>86566.95042427236</c:v>
                </c:pt>
                <c:pt idx="118">
                  <c:v>86589.76486495679</c:v>
                </c:pt>
                <c:pt idx="119">
                  <c:v>88041.02603143877</c:v>
                </c:pt>
                <c:pt idx="120">
                  <c:v>88041.02603143877</c:v>
                </c:pt>
                <c:pt idx="121">
                  <c:v>88041.02603143877</c:v>
                </c:pt>
                <c:pt idx="122">
                  <c:v>88041.02603143877</c:v>
                </c:pt>
                <c:pt idx="123">
                  <c:v>88041.02603143877</c:v>
                </c:pt>
                <c:pt idx="124">
                  <c:v>88041.02603143877</c:v>
                </c:pt>
                <c:pt idx="125">
                  <c:v>88051.07740666858</c:v>
                </c:pt>
                <c:pt idx="126">
                  <c:v>88051.07740666858</c:v>
                </c:pt>
                <c:pt idx="127">
                  <c:v>88051.07740666858</c:v>
                </c:pt>
                <c:pt idx="128">
                  <c:v>88051.07740666858</c:v>
                </c:pt>
                <c:pt idx="129">
                  <c:v>88051.07740666858</c:v>
                </c:pt>
                <c:pt idx="130">
                  <c:v>88051.07740666858</c:v>
                </c:pt>
                <c:pt idx="131">
                  <c:v>88051.07740666858</c:v>
                </c:pt>
                <c:pt idx="132">
                  <c:v>88051.07740666858</c:v>
                </c:pt>
                <c:pt idx="133">
                  <c:v>88051.07740666858</c:v>
                </c:pt>
                <c:pt idx="134">
                  <c:v>88051.07740666858</c:v>
                </c:pt>
                <c:pt idx="135">
                  <c:v>88051.07740666858</c:v>
                </c:pt>
                <c:pt idx="136">
                  <c:v>88051.07740666858</c:v>
                </c:pt>
                <c:pt idx="137">
                  <c:v>88051.07740666858</c:v>
                </c:pt>
                <c:pt idx="138">
                  <c:v>88051.07740666858</c:v>
                </c:pt>
                <c:pt idx="139">
                  <c:v>88051.07740666858</c:v>
                </c:pt>
                <c:pt idx="140">
                  <c:v>88500.16744215565</c:v>
                </c:pt>
                <c:pt idx="141">
                  <c:v>88500.16744215565</c:v>
                </c:pt>
                <c:pt idx="142">
                  <c:v>88500.16744215565</c:v>
                </c:pt>
                <c:pt idx="143">
                  <c:v>88500.16744215565</c:v>
                </c:pt>
                <c:pt idx="144">
                  <c:v>88500.16744215565</c:v>
                </c:pt>
                <c:pt idx="145">
                  <c:v>88500.16744215565</c:v>
                </c:pt>
                <c:pt idx="146">
                  <c:v>88500.16744215565</c:v>
                </c:pt>
                <c:pt idx="147">
                  <c:v>88500.16744215565</c:v>
                </c:pt>
                <c:pt idx="148">
                  <c:v>88500.16744215565</c:v>
                </c:pt>
                <c:pt idx="149">
                  <c:v>88500.16744215565</c:v>
                </c:pt>
                <c:pt idx="150">
                  <c:v>88500.16744215565</c:v>
                </c:pt>
                <c:pt idx="151">
                  <c:v>88500.16744215565</c:v>
                </c:pt>
                <c:pt idx="152">
                  <c:v>88500.16744215565</c:v>
                </c:pt>
                <c:pt idx="153">
                  <c:v>88500.16744215565</c:v>
                </c:pt>
                <c:pt idx="154">
                  <c:v>88500.16744215565</c:v>
                </c:pt>
                <c:pt idx="155">
                  <c:v>90701.16756186169</c:v>
                </c:pt>
                <c:pt idx="156">
                  <c:v>90701.16756186169</c:v>
                </c:pt>
                <c:pt idx="157">
                  <c:v>90701.16756186169</c:v>
                </c:pt>
                <c:pt idx="158">
                  <c:v>90701.16756186169</c:v>
                </c:pt>
                <c:pt idx="159">
                  <c:v>90701.16756186169</c:v>
                </c:pt>
                <c:pt idx="160">
                  <c:v>90701.16756186169</c:v>
                </c:pt>
                <c:pt idx="161">
                  <c:v>90701.16756186169</c:v>
                </c:pt>
                <c:pt idx="162">
                  <c:v>90701.16756186169</c:v>
                </c:pt>
                <c:pt idx="163">
                  <c:v>90701.16756186169</c:v>
                </c:pt>
                <c:pt idx="164">
                  <c:v>90701.16756186169</c:v>
                </c:pt>
                <c:pt idx="165">
                  <c:v>92235.4610524804</c:v>
                </c:pt>
                <c:pt idx="166">
                  <c:v>92235.4610524804</c:v>
                </c:pt>
                <c:pt idx="167">
                  <c:v>92235.4610524804</c:v>
                </c:pt>
                <c:pt idx="168">
                  <c:v>92235.4610524804</c:v>
                </c:pt>
                <c:pt idx="169">
                  <c:v>92235.4610524804</c:v>
                </c:pt>
                <c:pt idx="170">
                  <c:v>92235.4610524804</c:v>
                </c:pt>
                <c:pt idx="171">
                  <c:v>92729.47053201894</c:v>
                </c:pt>
                <c:pt idx="172">
                  <c:v>92729.47053201894</c:v>
                </c:pt>
                <c:pt idx="173">
                  <c:v>92729.47053201894</c:v>
                </c:pt>
                <c:pt idx="174">
                  <c:v>93281.66326993036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SKU</c:v>
                </c:pt>
              </c:strCache>
            </c:strRef>
          </c:tx>
          <c:cat>
            <c:strRef>
              <c:f>Sheet1!$A$2:$A$26</c:f>
              <c:strCache>
                <c:ptCount val="25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  <c:pt idx="5">
                  <c:v>125</c:v>
                </c:pt>
                <c:pt idx="6">
                  <c:v>150</c:v>
                </c:pt>
                <c:pt idx="7">
                  <c:v>175</c:v>
                </c:pt>
                <c:pt idx="8">
                  <c:v>200</c:v>
                </c:pt>
                <c:pt idx="9">
                  <c:v>225</c:v>
                </c:pt>
                <c:pt idx="10">
                  <c:v>250</c:v>
                </c:pt>
                <c:pt idx="11">
                  <c:v>275</c:v>
                </c:pt>
                <c:pt idx="12">
                  <c:v>300</c:v>
                </c:pt>
                <c:pt idx="13">
                  <c:v>325</c:v>
                </c:pt>
                <c:pt idx="14">
                  <c:v>350</c:v>
                </c:pt>
                <c:pt idx="15">
                  <c:v>375</c:v>
                </c:pt>
                <c:pt idx="16">
                  <c:v>400</c:v>
                </c:pt>
                <c:pt idx="17">
                  <c:v>425</c:v>
                </c:pt>
                <c:pt idx="18">
                  <c:v>450</c:v>
                </c:pt>
                <c:pt idx="19">
                  <c:v>475</c:v>
                </c:pt>
                <c:pt idx="20">
                  <c:v>500</c:v>
                </c:pt>
                <c:pt idx="21">
                  <c:v>525</c:v>
                </c:pt>
                <c:pt idx="22">
                  <c:v>550</c:v>
                </c:pt>
                <c:pt idx="23">
                  <c:v>575</c:v>
                </c:pt>
                <c:pt idx="24">
                  <c:v>600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86272.47454554224</c:v>
                </c:pt>
                <c:pt idx="1">
                  <c:v>86272.47454554224</c:v>
                </c:pt>
                <c:pt idx="2">
                  <c:v>86272.47454554224</c:v>
                </c:pt>
                <c:pt idx="3">
                  <c:v>86272.47454554224</c:v>
                </c:pt>
                <c:pt idx="4">
                  <c:v>86272.47454554224</c:v>
                </c:pt>
                <c:pt idx="5">
                  <c:v>86272.47454554224</c:v>
                </c:pt>
                <c:pt idx="6">
                  <c:v>86272.47454554224</c:v>
                </c:pt>
                <c:pt idx="7">
                  <c:v>86272.47454554224</c:v>
                </c:pt>
                <c:pt idx="8">
                  <c:v>86272.47454554224</c:v>
                </c:pt>
                <c:pt idx="9">
                  <c:v>86272.47454554224</c:v>
                </c:pt>
                <c:pt idx="10">
                  <c:v>86272.47454554224</c:v>
                </c:pt>
                <c:pt idx="11">
                  <c:v>86272.47454554224</c:v>
                </c:pt>
                <c:pt idx="12">
                  <c:v>86272.47454554224</c:v>
                </c:pt>
                <c:pt idx="13">
                  <c:v>86272.47454554224</c:v>
                </c:pt>
                <c:pt idx="14">
                  <c:v>86272.47454554224</c:v>
                </c:pt>
                <c:pt idx="15">
                  <c:v>86272.47454554224</c:v>
                </c:pt>
                <c:pt idx="16">
                  <c:v>86272.47454554224</c:v>
                </c:pt>
                <c:pt idx="17">
                  <c:v>86272.47454554224</c:v>
                </c:pt>
                <c:pt idx="18">
                  <c:v>86272.47454554224</c:v>
                </c:pt>
                <c:pt idx="19">
                  <c:v>86272.47454554224</c:v>
                </c:pt>
                <c:pt idx="20">
                  <c:v>86272.47454554224</c:v>
                </c:pt>
                <c:pt idx="21">
                  <c:v>86272.47454554224</c:v>
                </c:pt>
                <c:pt idx="22">
                  <c:v>86272.47454554224</c:v>
                </c:pt>
                <c:pt idx="23">
                  <c:v>86272.47454554224</c:v>
                </c:pt>
                <c:pt idx="24">
                  <c:v>86272.47454554224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SKU</c:v>
                </c:pt>
              </c:strCache>
            </c:strRef>
          </c:tx>
          <c:cat>
            <c:strRef>
              <c:f>Sheet1!$A$2:$A$26</c:f>
              <c:strCache>
                <c:ptCount val="25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  <c:pt idx="5">
                  <c:v>125</c:v>
                </c:pt>
                <c:pt idx="6">
                  <c:v>150</c:v>
                </c:pt>
                <c:pt idx="7">
                  <c:v>175</c:v>
                </c:pt>
                <c:pt idx="8">
                  <c:v>200</c:v>
                </c:pt>
                <c:pt idx="9">
                  <c:v>225</c:v>
                </c:pt>
                <c:pt idx="10">
                  <c:v>250</c:v>
                </c:pt>
                <c:pt idx="11">
                  <c:v>275</c:v>
                </c:pt>
                <c:pt idx="12">
                  <c:v>300</c:v>
                </c:pt>
                <c:pt idx="13">
                  <c:v>325</c:v>
                </c:pt>
                <c:pt idx="14">
                  <c:v>350</c:v>
                </c:pt>
                <c:pt idx="15">
                  <c:v>375</c:v>
                </c:pt>
                <c:pt idx="16">
                  <c:v>400</c:v>
                </c:pt>
                <c:pt idx="17">
                  <c:v>425</c:v>
                </c:pt>
                <c:pt idx="18">
                  <c:v>450</c:v>
                </c:pt>
                <c:pt idx="19">
                  <c:v>475</c:v>
                </c:pt>
                <c:pt idx="20">
                  <c:v>500</c:v>
                </c:pt>
                <c:pt idx="21">
                  <c:v>525</c:v>
                </c:pt>
                <c:pt idx="22">
                  <c:v>550</c:v>
                </c:pt>
                <c:pt idx="23">
                  <c:v>575</c:v>
                </c:pt>
                <c:pt idx="24">
                  <c:v>600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85801.59180018431</c:v>
                </c:pt>
                <c:pt idx="1">
                  <c:v>85826.59180018431</c:v>
                </c:pt>
                <c:pt idx="2">
                  <c:v>85851.59180018431</c:v>
                </c:pt>
                <c:pt idx="3">
                  <c:v>85876.59180018431</c:v>
                </c:pt>
                <c:pt idx="4">
                  <c:v>85901.59180018431</c:v>
                </c:pt>
                <c:pt idx="5">
                  <c:v>85926.59180018431</c:v>
                </c:pt>
                <c:pt idx="6">
                  <c:v>85951.59180018431</c:v>
                </c:pt>
                <c:pt idx="7">
                  <c:v>85976.59180018431</c:v>
                </c:pt>
                <c:pt idx="8">
                  <c:v>86001.59180018431</c:v>
                </c:pt>
                <c:pt idx="9">
                  <c:v>86026.59180018431</c:v>
                </c:pt>
                <c:pt idx="10">
                  <c:v>86051.59180018431</c:v>
                </c:pt>
                <c:pt idx="11">
                  <c:v>86076.59180018431</c:v>
                </c:pt>
                <c:pt idx="12">
                  <c:v>86101.59180018431</c:v>
                </c:pt>
                <c:pt idx="13">
                  <c:v>86126.59180018431</c:v>
                </c:pt>
                <c:pt idx="14">
                  <c:v>86151.59180018431</c:v>
                </c:pt>
                <c:pt idx="15">
                  <c:v>86176.59180018431</c:v>
                </c:pt>
                <c:pt idx="16">
                  <c:v>86201.59180018431</c:v>
                </c:pt>
                <c:pt idx="17">
                  <c:v>86226.59180018431</c:v>
                </c:pt>
                <c:pt idx="18">
                  <c:v>86251.59180018431</c:v>
                </c:pt>
                <c:pt idx="19">
                  <c:v>86276.59180018431</c:v>
                </c:pt>
                <c:pt idx="20">
                  <c:v>86301.59180018431</c:v>
                </c:pt>
                <c:pt idx="21">
                  <c:v>86326.59180018431</c:v>
                </c:pt>
                <c:pt idx="22">
                  <c:v>86351.59180018431</c:v>
                </c:pt>
                <c:pt idx="23">
                  <c:v>86376.59180018431</c:v>
                </c:pt>
                <c:pt idx="24">
                  <c:v>86401.59180018431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SKU</c:v>
                </c:pt>
              </c:strCache>
            </c:strRef>
          </c:tx>
          <c:cat>
            <c:strRef>
              <c:f>Sheet1!$A$2:$A$26</c:f>
              <c:strCache>
                <c:ptCount val="25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  <c:pt idx="5">
                  <c:v>125</c:v>
                </c:pt>
                <c:pt idx="6">
                  <c:v>150</c:v>
                </c:pt>
                <c:pt idx="7">
                  <c:v>175</c:v>
                </c:pt>
                <c:pt idx="8">
                  <c:v>200</c:v>
                </c:pt>
                <c:pt idx="9">
                  <c:v>225</c:v>
                </c:pt>
                <c:pt idx="10">
                  <c:v>250</c:v>
                </c:pt>
                <c:pt idx="11">
                  <c:v>275</c:v>
                </c:pt>
                <c:pt idx="12">
                  <c:v>300</c:v>
                </c:pt>
                <c:pt idx="13">
                  <c:v>325</c:v>
                </c:pt>
                <c:pt idx="14">
                  <c:v>350</c:v>
                </c:pt>
                <c:pt idx="15">
                  <c:v>375</c:v>
                </c:pt>
                <c:pt idx="16">
                  <c:v>400</c:v>
                </c:pt>
                <c:pt idx="17">
                  <c:v>425</c:v>
                </c:pt>
                <c:pt idx="18">
                  <c:v>450</c:v>
                </c:pt>
                <c:pt idx="19">
                  <c:v>475</c:v>
                </c:pt>
                <c:pt idx="20">
                  <c:v>500</c:v>
                </c:pt>
                <c:pt idx="21">
                  <c:v>525</c:v>
                </c:pt>
                <c:pt idx="22">
                  <c:v>550</c:v>
                </c:pt>
                <c:pt idx="23">
                  <c:v>575</c:v>
                </c:pt>
                <c:pt idx="24">
                  <c:v>600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85764.82908590129</c:v>
                </c:pt>
                <c:pt idx="1">
                  <c:v>85814.82908590129</c:v>
                </c:pt>
                <c:pt idx="2">
                  <c:v>85864.82908590129</c:v>
                </c:pt>
                <c:pt idx="3">
                  <c:v>85914.82908590129</c:v>
                </c:pt>
                <c:pt idx="4">
                  <c:v>85964.82908590129</c:v>
                </c:pt>
                <c:pt idx="5">
                  <c:v>86014.82908590129</c:v>
                </c:pt>
                <c:pt idx="6">
                  <c:v>86064.82908590129</c:v>
                </c:pt>
                <c:pt idx="7">
                  <c:v>86114.82908590129</c:v>
                </c:pt>
                <c:pt idx="8">
                  <c:v>86164.82908590129</c:v>
                </c:pt>
                <c:pt idx="9">
                  <c:v>86214.82908590129</c:v>
                </c:pt>
                <c:pt idx="10">
                  <c:v>86264.82908590129</c:v>
                </c:pt>
                <c:pt idx="11">
                  <c:v>86314.82908590129</c:v>
                </c:pt>
                <c:pt idx="12">
                  <c:v>86364.82908590129</c:v>
                </c:pt>
                <c:pt idx="13">
                  <c:v>86414.82908590129</c:v>
                </c:pt>
                <c:pt idx="14">
                  <c:v>86464.82908590129</c:v>
                </c:pt>
                <c:pt idx="15">
                  <c:v>86514.82908590129</c:v>
                </c:pt>
                <c:pt idx="16">
                  <c:v>86564.82908590129</c:v>
                </c:pt>
                <c:pt idx="17">
                  <c:v>86614.82908590129</c:v>
                </c:pt>
                <c:pt idx="18">
                  <c:v>86664.82908590129</c:v>
                </c:pt>
                <c:pt idx="19">
                  <c:v>86714.82908590129</c:v>
                </c:pt>
                <c:pt idx="20">
                  <c:v>86764.82908590129</c:v>
                </c:pt>
                <c:pt idx="21">
                  <c:v>86814.82908590129</c:v>
                </c:pt>
                <c:pt idx="22">
                  <c:v>86864.82908590129</c:v>
                </c:pt>
                <c:pt idx="23">
                  <c:v>86914.82908590129</c:v>
                </c:pt>
                <c:pt idx="24">
                  <c:v>86964.82908590129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SKU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Sheet1!$A$2:$A$9</c:f>
              <c:numCache>
                <c:formatCode>General</c:formatCode>
                <c:ptCount val="8"/>
                <c:pt idx="0">
                  <c:v>0.25</c:v>
                </c:pt>
                <c:pt idx="1">
                  <c:v>0.5</c:v>
                </c:pt>
                <c:pt idx="2">
                  <c:v>1.0</c:v>
                </c:pt>
                <c:pt idx="3">
                  <c:v>2.0</c:v>
                </c:pt>
                <c:pt idx="4">
                  <c:v>4.0</c:v>
                </c:pt>
                <c:pt idx="5">
                  <c:v>2.0</c:v>
                </c:pt>
                <c:pt idx="6">
                  <c:v>4.0</c:v>
                </c:pt>
                <c:pt idx="7">
                  <c:v>4.0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0.5</c:v>
                </c:pt>
                <c:pt idx="6">
                  <c:v>0.5</c:v>
                </c:pt>
                <c:pt idx="7">
                  <c:v>1.0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2 SKU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Sheet1!$A$12:$A$26</c:f>
              <c:numCache>
                <c:formatCode>General</c:formatCode>
                <c:ptCount val="15"/>
                <c:pt idx="0">
                  <c:v>0.25</c:v>
                </c:pt>
                <c:pt idx="1">
                  <c:v>0.5</c:v>
                </c:pt>
                <c:pt idx="2">
                  <c:v>1.0</c:v>
                </c:pt>
                <c:pt idx="3">
                  <c:v>0.25</c:v>
                </c:pt>
                <c:pt idx="4">
                  <c:v>0.5</c:v>
                </c:pt>
                <c:pt idx="5">
                  <c:v>1.0</c:v>
                </c:pt>
                <c:pt idx="6">
                  <c:v>2.0</c:v>
                </c:pt>
                <c:pt idx="7">
                  <c:v>0.25</c:v>
                </c:pt>
                <c:pt idx="8">
                  <c:v>0.5</c:v>
                </c:pt>
                <c:pt idx="9">
                  <c:v>1.0</c:v>
                </c:pt>
                <c:pt idx="10">
                  <c:v>2.0</c:v>
                </c:pt>
                <c:pt idx="11">
                  <c:v>4.0</c:v>
                </c:pt>
                <c:pt idx="12">
                  <c:v>1.0</c:v>
                </c:pt>
                <c:pt idx="13">
                  <c:v>2.0</c:v>
                </c:pt>
                <c:pt idx="14">
                  <c:v>4.0</c:v>
                </c:pt>
              </c:numCache>
            </c:numRef>
          </c:xVal>
          <c:yVal>
            <c:numRef>
              <c:f>Sheet1!$B$12:$B$26</c:f>
              <c:numCache>
                <c:formatCode>General</c:formatCode>
                <c:ptCount val="15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4.0</c:v>
                </c:pt>
                <c:pt idx="13">
                  <c:v>4.0</c:v>
                </c:pt>
                <c:pt idx="14">
                  <c:v>4.0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Sheet1!$B$28</c:f>
              <c:strCache>
                <c:ptCount val="1"/>
                <c:pt idx="0">
                  <c:v>3 SKU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Sheet1!$A$29:$A$30</c:f>
              <c:numCache>
                <c:formatCode>General</c:formatCode>
                <c:ptCount val="2"/>
                <c:pt idx="0">
                  <c:v>0.25</c:v>
                </c:pt>
                <c:pt idx="1">
                  <c:v>0.5</c:v>
                </c:pt>
              </c:numCache>
            </c:numRef>
          </c:xVal>
          <c:yVal>
            <c:numRef>
              <c:f>Sheet1!$B$29:$B$30</c:f>
              <c:numCache>
                <c:formatCode>General</c:formatCode>
                <c:ptCount val="2"/>
                <c:pt idx="0">
                  <c:v>4.0</c:v>
                </c:pt>
                <c:pt idx="1">
                  <c:v>4.0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coarse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86399.89166052862</c:v>
                </c:pt>
                <c:pt idx="1">
                  <c:v>86111.10836416717</c:v>
                </c:pt>
                <c:pt idx="2">
                  <c:v>86253.48474256955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86399.89166052862</c:v>
                </c:pt>
                <c:pt idx="1">
                  <c:v>86104.63933807748</c:v>
                </c:pt>
                <c:pt idx="2">
                  <c:v>86231.793994083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1.8 kg target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0.17167957256487</c:v>
                </c:pt>
                <c:pt idx="1">
                  <c:v>0.34335914512975</c:v>
                </c:pt>
                <c:pt idx="2">
                  <c:v>0.85839786282439</c:v>
                </c:pt>
                <c:pt idx="3">
                  <c:v>1.71679572564878</c:v>
                </c:pt>
                <c:pt idx="4">
                  <c:v>3.43359145129757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kg target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0.15451161530839</c:v>
                </c:pt>
                <c:pt idx="1">
                  <c:v>0.30902323061678</c:v>
                </c:pt>
                <c:pt idx="2">
                  <c:v>0.77255807654195</c:v>
                </c:pt>
                <c:pt idx="3">
                  <c:v>1.5451161530839</c:v>
                </c:pt>
                <c:pt idx="4">
                  <c:v>3.09023230616781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 kg target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0.06180464612335</c:v>
                </c:pt>
                <c:pt idx="1">
                  <c:v>0.12360929224671</c:v>
                </c:pt>
                <c:pt idx="2">
                  <c:v>0.30902323061678</c:v>
                </c:pt>
                <c:pt idx="3">
                  <c:v>0.61804646123356</c:v>
                </c:pt>
                <c:pt idx="4">
                  <c:v>1.23609292246712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Figure 1. Residual inventory is not physical discard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2560320" cy="1097280"/>
          </a:xfrm>
          <a:prstGeom prst="roundRect">
            <a:avLst/>
          </a:prstGeom>
          <a:noFill/>
          <a:ln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Package quantity P</a:t>
            </a:r>
          </a:p>
          <a:p>
            <a:pPr>
              <a:defRPr sz="1800"/>
            </a:pPr>
            <a:r>
              <a:t>purchases Qₜ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188720"/>
            <a:ext cx="2560320" cy="1097280"/>
          </a:xfrm>
          <a:prstGeom prst="roundRect">
            <a:avLst/>
          </a:prstGeom>
          <a:noFill/>
          <a:ln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Served consumption</a:t>
            </a:r>
          </a:p>
          <a:p>
            <a:pPr>
              <a:defRPr sz="1800"/>
            </a:pPr>
            <a:r>
              <a:t>Cₜ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188720"/>
            <a:ext cx="2560320" cy="1097280"/>
          </a:xfrm>
          <a:prstGeom prst="roundRect">
            <a:avLst/>
          </a:prstGeom>
          <a:noFill/>
          <a:ln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Carried inventory</a:t>
            </a:r>
          </a:p>
          <a:p>
            <a:pPr>
              <a:defRPr sz="1800"/>
            </a:pPr>
            <a:r>
              <a:t>Iₜ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114800"/>
            <a:ext cx="2560320" cy="1097280"/>
          </a:xfrm>
          <a:prstGeom prst="roundRect">
            <a:avLst/>
          </a:prstGeom>
          <a:noFill/>
          <a:ln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Carry-over or</a:t>
            </a:r>
          </a:p>
          <a:p>
            <a:pPr>
              <a:defRPr sz="1800"/>
            </a:pPr>
            <a:r>
              <a:t>adaptation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4114800"/>
            <a:ext cx="2560320" cy="1097280"/>
          </a:xfrm>
          <a:prstGeom prst="roundRect">
            <a:avLst/>
          </a:prstGeom>
          <a:noFill/>
          <a:ln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Inventory-exit</a:t>
            </a:r>
          </a:p>
          <a:p>
            <a:pPr>
              <a:defRPr sz="1800"/>
            </a:pPr>
            <a:r>
              <a:t>mechanism Eₜ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Figure 2. Deterministic lattice residual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914400"/>
          <a:ext cx="107899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Figure 3. Matched usage and spoilage controls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914400"/>
          <a:ext cx="107899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Figure 4. Annual-consumption sensitivity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914400"/>
          <a:ext cx="107899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Figure 5. Portfolio cost and packaging trade-off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914400"/>
          <a:ext cx="107899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Figure 6. Global SKU break-even thresholds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914400"/>
          <a:ext cx="107899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Figure 7. SKU-count phase map at 175 JPY complexity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914400"/>
          <a:ext cx="107899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Figure 8. Candidate-grid robustness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914400"/>
          <a:ext cx="107899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Figure 9. Manufacturing precision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914400"/>
          <a:ext cx="107899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